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FDC249-36E3-43E0-B1C4-4AED192DC930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fr-FR"/>
        </a:p>
      </dgm:t>
    </dgm:pt>
    <dgm:pt modelId="{022AF56A-A53E-42EC-9232-9200E3DB4CBB}">
      <dgm:prSet phldrT="[Texte]" custT="1"/>
      <dgm:spPr/>
      <dgm:t>
        <a:bodyPr/>
        <a:lstStyle/>
        <a:p>
          <a:r>
            <a:rPr lang="en-US" sz="3600" b="1" dirty="0" smtClean="0"/>
            <a:t>Google Workspace</a:t>
          </a:r>
          <a:endParaRPr lang="fr-FR" sz="3600" b="1" dirty="0"/>
        </a:p>
      </dgm:t>
    </dgm:pt>
    <dgm:pt modelId="{C803BB0E-15D7-43CB-807A-1160201D9A95}" type="parTrans" cxnId="{56136C02-9D3A-475F-B6B0-5C09C68C5B8F}">
      <dgm:prSet/>
      <dgm:spPr/>
      <dgm:t>
        <a:bodyPr/>
        <a:lstStyle/>
        <a:p>
          <a:endParaRPr lang="fr-FR"/>
        </a:p>
      </dgm:t>
    </dgm:pt>
    <dgm:pt modelId="{68364E65-C5D8-4847-A8DA-0986C8ACC8F9}" type="sibTrans" cxnId="{56136C02-9D3A-475F-B6B0-5C09C68C5B8F}">
      <dgm:prSet/>
      <dgm:spPr/>
      <dgm:t>
        <a:bodyPr/>
        <a:lstStyle/>
        <a:p>
          <a:endParaRPr lang="fr-FR"/>
        </a:p>
      </dgm:t>
    </dgm:pt>
    <dgm:pt modelId="{99076193-C506-42F7-A2E4-BB95929DA0F5}">
      <dgm:prSet phldrT="[Texte]"/>
      <dgm:spPr/>
      <dgm:t>
        <a:bodyPr/>
        <a:lstStyle/>
        <a:p>
          <a:r>
            <a:rPr lang="en-US" dirty="0" smtClean="0"/>
            <a:t>Google Drive</a:t>
          </a:r>
          <a:endParaRPr lang="fr-FR" dirty="0"/>
        </a:p>
      </dgm:t>
    </dgm:pt>
    <dgm:pt modelId="{9796ECED-CD92-4CFF-9BFD-A6091C19271A}" type="parTrans" cxnId="{578A977C-E5D9-44B3-A2BB-4D8E277082C3}">
      <dgm:prSet/>
      <dgm:spPr/>
      <dgm:t>
        <a:bodyPr/>
        <a:lstStyle/>
        <a:p>
          <a:endParaRPr lang="fr-FR"/>
        </a:p>
      </dgm:t>
    </dgm:pt>
    <dgm:pt modelId="{7A1DD488-8948-453C-BB7F-24B046DF3984}" type="sibTrans" cxnId="{578A977C-E5D9-44B3-A2BB-4D8E277082C3}">
      <dgm:prSet/>
      <dgm:spPr/>
      <dgm:t>
        <a:bodyPr/>
        <a:lstStyle/>
        <a:p>
          <a:endParaRPr lang="fr-FR"/>
        </a:p>
      </dgm:t>
    </dgm:pt>
    <dgm:pt modelId="{D64D889E-FC6C-4BF1-BC51-7BB623694D82}">
      <dgm:prSet phldrT="[Texte]"/>
      <dgm:spPr/>
      <dgm:t>
        <a:bodyPr/>
        <a:lstStyle/>
        <a:p>
          <a:r>
            <a:rPr lang="en-US" dirty="0" smtClean="0"/>
            <a:t>Google Docs </a:t>
          </a:r>
          <a:endParaRPr lang="fr-FR" dirty="0"/>
        </a:p>
      </dgm:t>
    </dgm:pt>
    <dgm:pt modelId="{809303E0-6173-4191-82BC-DD77B8318C86}" type="parTrans" cxnId="{DFA1F690-B59E-47DC-A74E-1792A7E03EDD}">
      <dgm:prSet/>
      <dgm:spPr/>
      <dgm:t>
        <a:bodyPr/>
        <a:lstStyle/>
        <a:p>
          <a:endParaRPr lang="fr-FR"/>
        </a:p>
      </dgm:t>
    </dgm:pt>
    <dgm:pt modelId="{E67EBDB1-1B7B-4543-9073-D1B45679053D}" type="sibTrans" cxnId="{DFA1F690-B59E-47DC-A74E-1792A7E03EDD}">
      <dgm:prSet/>
      <dgm:spPr/>
      <dgm:t>
        <a:bodyPr/>
        <a:lstStyle/>
        <a:p>
          <a:endParaRPr lang="fr-FR"/>
        </a:p>
      </dgm:t>
    </dgm:pt>
    <dgm:pt modelId="{77638547-56A9-4613-9B11-25A3947058F7}">
      <dgm:prSet phldrT="[Texte]"/>
      <dgm:spPr/>
      <dgm:t>
        <a:bodyPr/>
        <a:lstStyle/>
        <a:p>
          <a:r>
            <a:rPr lang="en-US" dirty="0" smtClean="0"/>
            <a:t>Google Sheets</a:t>
          </a:r>
          <a:endParaRPr lang="fr-FR" dirty="0"/>
        </a:p>
      </dgm:t>
    </dgm:pt>
    <dgm:pt modelId="{35C8199A-B13D-43F9-B41C-07AE0963032A}" type="parTrans" cxnId="{2C33B46E-C800-41C6-8634-D45A7F6722ED}">
      <dgm:prSet/>
      <dgm:spPr/>
      <dgm:t>
        <a:bodyPr/>
        <a:lstStyle/>
        <a:p>
          <a:endParaRPr lang="fr-FR"/>
        </a:p>
      </dgm:t>
    </dgm:pt>
    <dgm:pt modelId="{BB3CA984-7936-4560-9D69-F77AE04ADE78}" type="sibTrans" cxnId="{2C33B46E-C800-41C6-8634-D45A7F6722ED}">
      <dgm:prSet/>
      <dgm:spPr/>
      <dgm:t>
        <a:bodyPr/>
        <a:lstStyle/>
        <a:p>
          <a:endParaRPr lang="fr-FR"/>
        </a:p>
      </dgm:t>
    </dgm:pt>
    <dgm:pt modelId="{DA41F9AC-E370-4D47-B6FA-A6C0ECBCDFCA}">
      <dgm:prSet custT="1"/>
      <dgm:spPr/>
      <dgm:t>
        <a:bodyPr/>
        <a:lstStyle/>
        <a:p>
          <a:r>
            <a:rPr lang="fr-FR" sz="3600" dirty="0" smtClean="0"/>
            <a:t>Gmail</a:t>
          </a:r>
          <a:endParaRPr lang="fr-FR" sz="3600" dirty="0"/>
        </a:p>
      </dgm:t>
    </dgm:pt>
    <dgm:pt modelId="{5CC036E3-7E97-4F78-8272-E8D72653B2E1}" type="parTrans" cxnId="{9261F400-EAB1-469B-A4B5-147DDF4CD5F5}">
      <dgm:prSet/>
      <dgm:spPr/>
      <dgm:t>
        <a:bodyPr/>
        <a:lstStyle/>
        <a:p>
          <a:endParaRPr lang="fr-FR"/>
        </a:p>
      </dgm:t>
    </dgm:pt>
    <dgm:pt modelId="{82D864B2-FE4B-40EF-90D5-9A09A6FCD1FE}" type="sibTrans" cxnId="{9261F400-EAB1-469B-A4B5-147DDF4CD5F5}">
      <dgm:prSet/>
      <dgm:spPr/>
      <dgm:t>
        <a:bodyPr/>
        <a:lstStyle/>
        <a:p>
          <a:endParaRPr lang="fr-FR"/>
        </a:p>
      </dgm:t>
    </dgm:pt>
    <dgm:pt modelId="{F64438BA-FA6A-4F68-A36A-F6BC10ED8C72}" type="pres">
      <dgm:prSet presAssocID="{34FDC249-36E3-43E0-B1C4-4AED192DC930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8FB532E3-71F9-4BFB-B9FA-9AB72B3A1056}" type="pres">
      <dgm:prSet presAssocID="{022AF56A-A53E-42EC-9232-9200E3DB4CBB}" presName="root1" presStyleCnt="0"/>
      <dgm:spPr/>
    </dgm:pt>
    <dgm:pt modelId="{BB9720E6-C924-48B8-A5B4-2497FC035067}" type="pres">
      <dgm:prSet presAssocID="{022AF56A-A53E-42EC-9232-9200E3DB4CBB}" presName="LevelOneTextNode" presStyleLbl="node0" presStyleIdx="0" presStyleCnt="1" custLinFactNeighborX="-2691" custLinFactNeighborY="25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C858AE93-BADC-44F1-B067-2E4BB1A133E9}" type="pres">
      <dgm:prSet presAssocID="{022AF56A-A53E-42EC-9232-9200E3DB4CBB}" presName="level2hierChild" presStyleCnt="0"/>
      <dgm:spPr/>
    </dgm:pt>
    <dgm:pt modelId="{B3E7D0A4-0928-46A6-9AC1-D72004D82A45}" type="pres">
      <dgm:prSet presAssocID="{5CC036E3-7E97-4F78-8272-E8D72653B2E1}" presName="conn2-1" presStyleLbl="parChTrans1D2" presStyleIdx="0" presStyleCnt="4"/>
      <dgm:spPr/>
      <dgm:t>
        <a:bodyPr/>
        <a:lstStyle/>
        <a:p>
          <a:endParaRPr lang="fr-FR"/>
        </a:p>
      </dgm:t>
    </dgm:pt>
    <dgm:pt modelId="{80125348-55DC-49CD-90A0-10E2601AAF28}" type="pres">
      <dgm:prSet presAssocID="{5CC036E3-7E97-4F78-8272-E8D72653B2E1}" presName="connTx" presStyleLbl="parChTrans1D2" presStyleIdx="0" presStyleCnt="4"/>
      <dgm:spPr/>
      <dgm:t>
        <a:bodyPr/>
        <a:lstStyle/>
        <a:p>
          <a:endParaRPr lang="fr-FR"/>
        </a:p>
      </dgm:t>
    </dgm:pt>
    <dgm:pt modelId="{86130C43-053B-489D-8992-8F45299E1152}" type="pres">
      <dgm:prSet presAssocID="{DA41F9AC-E370-4D47-B6FA-A6C0ECBCDFCA}" presName="root2" presStyleCnt="0"/>
      <dgm:spPr/>
    </dgm:pt>
    <dgm:pt modelId="{BADD967B-58C7-4963-81AB-23348EE57F30}" type="pres">
      <dgm:prSet presAssocID="{DA41F9AC-E370-4D47-B6FA-A6C0ECBCDFCA}" presName="LevelTwoTextNode" presStyleLbl="node2" presStyleIdx="0" presStyleCnt="4" custLinFactNeighborX="-482" custLinFactNeighborY="9263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9EF1B8A3-6215-45C3-9F8E-E5A21D585A42}" type="pres">
      <dgm:prSet presAssocID="{DA41F9AC-E370-4D47-B6FA-A6C0ECBCDFCA}" presName="level3hierChild" presStyleCnt="0"/>
      <dgm:spPr/>
    </dgm:pt>
    <dgm:pt modelId="{7E72E0FA-6F22-4A4F-ADFD-6A63CCC29455}" type="pres">
      <dgm:prSet presAssocID="{9796ECED-CD92-4CFF-9BFD-A6091C19271A}" presName="conn2-1" presStyleLbl="parChTrans1D2" presStyleIdx="1" presStyleCnt="4"/>
      <dgm:spPr/>
      <dgm:t>
        <a:bodyPr/>
        <a:lstStyle/>
        <a:p>
          <a:endParaRPr lang="fr-FR"/>
        </a:p>
      </dgm:t>
    </dgm:pt>
    <dgm:pt modelId="{1D4DBB91-0476-4CF0-BA28-DBC132958A09}" type="pres">
      <dgm:prSet presAssocID="{9796ECED-CD92-4CFF-9BFD-A6091C19271A}" presName="connTx" presStyleLbl="parChTrans1D2" presStyleIdx="1" presStyleCnt="4"/>
      <dgm:spPr/>
      <dgm:t>
        <a:bodyPr/>
        <a:lstStyle/>
        <a:p>
          <a:endParaRPr lang="fr-FR"/>
        </a:p>
      </dgm:t>
    </dgm:pt>
    <dgm:pt modelId="{DFEF8F26-FDD1-422C-B20E-CF76429C8C2A}" type="pres">
      <dgm:prSet presAssocID="{99076193-C506-42F7-A2E4-BB95929DA0F5}" presName="root2" presStyleCnt="0"/>
      <dgm:spPr/>
    </dgm:pt>
    <dgm:pt modelId="{7D0FA88F-CB85-4802-AAB9-C064AEB662DB}" type="pres">
      <dgm:prSet presAssocID="{99076193-C506-42F7-A2E4-BB95929DA0F5}" presName="LevelTwoTextNode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D9C4639C-3D33-4A45-8E3A-E227B9FDA66F}" type="pres">
      <dgm:prSet presAssocID="{99076193-C506-42F7-A2E4-BB95929DA0F5}" presName="level3hierChild" presStyleCnt="0"/>
      <dgm:spPr/>
    </dgm:pt>
    <dgm:pt modelId="{846A36D4-EC17-40C3-ADDC-C0C1416CEB2C}" type="pres">
      <dgm:prSet presAssocID="{809303E0-6173-4191-82BC-DD77B8318C86}" presName="conn2-1" presStyleLbl="parChTrans1D2" presStyleIdx="2" presStyleCnt="4"/>
      <dgm:spPr/>
      <dgm:t>
        <a:bodyPr/>
        <a:lstStyle/>
        <a:p>
          <a:endParaRPr lang="fr-FR"/>
        </a:p>
      </dgm:t>
    </dgm:pt>
    <dgm:pt modelId="{5020156C-0047-42E9-B903-8985E84F882E}" type="pres">
      <dgm:prSet presAssocID="{809303E0-6173-4191-82BC-DD77B8318C86}" presName="connTx" presStyleLbl="parChTrans1D2" presStyleIdx="2" presStyleCnt="4"/>
      <dgm:spPr/>
      <dgm:t>
        <a:bodyPr/>
        <a:lstStyle/>
        <a:p>
          <a:endParaRPr lang="fr-FR"/>
        </a:p>
      </dgm:t>
    </dgm:pt>
    <dgm:pt modelId="{1C6F7349-D5C0-459F-A48B-C573A83A03C0}" type="pres">
      <dgm:prSet presAssocID="{D64D889E-FC6C-4BF1-BC51-7BB623694D82}" presName="root2" presStyleCnt="0"/>
      <dgm:spPr/>
    </dgm:pt>
    <dgm:pt modelId="{CD9E2B56-EDDC-4FB0-AA6C-EEBCB18993B4}" type="pres">
      <dgm:prSet presAssocID="{D64D889E-FC6C-4BF1-BC51-7BB623694D82}" presName="LevelTwoTextNode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DF8B841C-D616-45AE-936D-32411783F99C}" type="pres">
      <dgm:prSet presAssocID="{D64D889E-FC6C-4BF1-BC51-7BB623694D82}" presName="level3hierChild" presStyleCnt="0"/>
      <dgm:spPr/>
    </dgm:pt>
    <dgm:pt modelId="{6E843124-54A3-44A8-88FC-7AF6A940B6B9}" type="pres">
      <dgm:prSet presAssocID="{35C8199A-B13D-43F9-B41C-07AE0963032A}" presName="conn2-1" presStyleLbl="parChTrans1D2" presStyleIdx="3" presStyleCnt="4"/>
      <dgm:spPr/>
      <dgm:t>
        <a:bodyPr/>
        <a:lstStyle/>
        <a:p>
          <a:endParaRPr lang="fr-FR"/>
        </a:p>
      </dgm:t>
    </dgm:pt>
    <dgm:pt modelId="{524F1C74-E51F-4662-AECA-864299EB12AA}" type="pres">
      <dgm:prSet presAssocID="{35C8199A-B13D-43F9-B41C-07AE0963032A}" presName="connTx" presStyleLbl="parChTrans1D2" presStyleIdx="3" presStyleCnt="4"/>
      <dgm:spPr/>
      <dgm:t>
        <a:bodyPr/>
        <a:lstStyle/>
        <a:p>
          <a:endParaRPr lang="fr-FR"/>
        </a:p>
      </dgm:t>
    </dgm:pt>
    <dgm:pt modelId="{3C2CA6A6-F94E-4975-84C8-20DEF773BF26}" type="pres">
      <dgm:prSet presAssocID="{77638547-56A9-4613-9B11-25A3947058F7}" presName="root2" presStyleCnt="0"/>
      <dgm:spPr/>
    </dgm:pt>
    <dgm:pt modelId="{2B04A680-8855-4F96-976C-96D9905C6EDE}" type="pres">
      <dgm:prSet presAssocID="{77638547-56A9-4613-9B11-25A3947058F7}" presName="LevelTwoTextNode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8F91FE3C-B1CE-4DC8-854A-C82B795940A2}" type="pres">
      <dgm:prSet presAssocID="{77638547-56A9-4613-9B11-25A3947058F7}" presName="level3hierChild" presStyleCnt="0"/>
      <dgm:spPr/>
    </dgm:pt>
  </dgm:ptLst>
  <dgm:cxnLst>
    <dgm:cxn modelId="{D3E3A051-4B66-4F5B-9608-637118B88EEA}" type="presOf" srcId="{9796ECED-CD92-4CFF-9BFD-A6091C19271A}" destId="{7E72E0FA-6F22-4A4F-ADFD-6A63CCC29455}" srcOrd="0" destOrd="0" presId="urn:microsoft.com/office/officeart/2008/layout/HorizontalMultiLevelHierarchy"/>
    <dgm:cxn modelId="{A3887AE7-058A-4BDB-AB66-65F205F9D395}" type="presOf" srcId="{5CC036E3-7E97-4F78-8272-E8D72653B2E1}" destId="{80125348-55DC-49CD-90A0-10E2601AAF28}" srcOrd="1" destOrd="0" presId="urn:microsoft.com/office/officeart/2008/layout/HorizontalMultiLevelHierarchy"/>
    <dgm:cxn modelId="{0834522E-91BB-46CF-B8FA-2F04529692E7}" type="presOf" srcId="{809303E0-6173-4191-82BC-DD77B8318C86}" destId="{5020156C-0047-42E9-B903-8985E84F882E}" srcOrd="1" destOrd="0" presId="urn:microsoft.com/office/officeart/2008/layout/HorizontalMultiLevelHierarchy"/>
    <dgm:cxn modelId="{DED9FDEA-B8E5-42A7-B168-33AC100860F2}" type="presOf" srcId="{809303E0-6173-4191-82BC-DD77B8318C86}" destId="{846A36D4-EC17-40C3-ADDC-C0C1416CEB2C}" srcOrd="0" destOrd="0" presId="urn:microsoft.com/office/officeart/2008/layout/HorizontalMultiLevelHierarchy"/>
    <dgm:cxn modelId="{3637FCD5-1E28-40D3-81EE-D28305169A38}" type="presOf" srcId="{D64D889E-FC6C-4BF1-BC51-7BB623694D82}" destId="{CD9E2B56-EDDC-4FB0-AA6C-EEBCB18993B4}" srcOrd="0" destOrd="0" presId="urn:microsoft.com/office/officeart/2008/layout/HorizontalMultiLevelHierarchy"/>
    <dgm:cxn modelId="{578A977C-E5D9-44B3-A2BB-4D8E277082C3}" srcId="{022AF56A-A53E-42EC-9232-9200E3DB4CBB}" destId="{99076193-C506-42F7-A2E4-BB95929DA0F5}" srcOrd="1" destOrd="0" parTransId="{9796ECED-CD92-4CFF-9BFD-A6091C19271A}" sibTransId="{7A1DD488-8948-453C-BB7F-24B046DF3984}"/>
    <dgm:cxn modelId="{3772FB61-EC52-49E8-BA64-FE3D8382F86E}" type="presOf" srcId="{DA41F9AC-E370-4D47-B6FA-A6C0ECBCDFCA}" destId="{BADD967B-58C7-4963-81AB-23348EE57F30}" srcOrd="0" destOrd="0" presId="urn:microsoft.com/office/officeart/2008/layout/HorizontalMultiLevelHierarchy"/>
    <dgm:cxn modelId="{9261F400-EAB1-469B-A4B5-147DDF4CD5F5}" srcId="{022AF56A-A53E-42EC-9232-9200E3DB4CBB}" destId="{DA41F9AC-E370-4D47-B6FA-A6C0ECBCDFCA}" srcOrd="0" destOrd="0" parTransId="{5CC036E3-7E97-4F78-8272-E8D72653B2E1}" sibTransId="{82D864B2-FE4B-40EF-90D5-9A09A6FCD1FE}"/>
    <dgm:cxn modelId="{69C52344-CC3B-4A4C-8DF8-A4DA1F5A4CB5}" type="presOf" srcId="{34FDC249-36E3-43E0-B1C4-4AED192DC930}" destId="{F64438BA-FA6A-4F68-A36A-F6BC10ED8C72}" srcOrd="0" destOrd="0" presId="urn:microsoft.com/office/officeart/2008/layout/HorizontalMultiLevelHierarchy"/>
    <dgm:cxn modelId="{0FC8259F-E93B-46B8-96C9-24AA9C9AD34D}" type="presOf" srcId="{35C8199A-B13D-43F9-B41C-07AE0963032A}" destId="{524F1C74-E51F-4662-AECA-864299EB12AA}" srcOrd="1" destOrd="0" presId="urn:microsoft.com/office/officeart/2008/layout/HorizontalMultiLevelHierarchy"/>
    <dgm:cxn modelId="{56136C02-9D3A-475F-B6B0-5C09C68C5B8F}" srcId="{34FDC249-36E3-43E0-B1C4-4AED192DC930}" destId="{022AF56A-A53E-42EC-9232-9200E3DB4CBB}" srcOrd="0" destOrd="0" parTransId="{C803BB0E-15D7-43CB-807A-1160201D9A95}" sibTransId="{68364E65-C5D8-4847-A8DA-0986C8ACC8F9}"/>
    <dgm:cxn modelId="{20713339-D88A-4E71-9904-051AA782F4F5}" type="presOf" srcId="{9796ECED-CD92-4CFF-9BFD-A6091C19271A}" destId="{1D4DBB91-0476-4CF0-BA28-DBC132958A09}" srcOrd="1" destOrd="0" presId="urn:microsoft.com/office/officeart/2008/layout/HorizontalMultiLevelHierarchy"/>
    <dgm:cxn modelId="{2C33B46E-C800-41C6-8634-D45A7F6722ED}" srcId="{022AF56A-A53E-42EC-9232-9200E3DB4CBB}" destId="{77638547-56A9-4613-9B11-25A3947058F7}" srcOrd="3" destOrd="0" parTransId="{35C8199A-B13D-43F9-B41C-07AE0963032A}" sibTransId="{BB3CA984-7936-4560-9D69-F77AE04ADE78}"/>
    <dgm:cxn modelId="{11B4F272-75C7-43C9-A990-E47465CAD034}" type="presOf" srcId="{99076193-C506-42F7-A2E4-BB95929DA0F5}" destId="{7D0FA88F-CB85-4802-AAB9-C064AEB662DB}" srcOrd="0" destOrd="0" presId="urn:microsoft.com/office/officeart/2008/layout/HorizontalMultiLevelHierarchy"/>
    <dgm:cxn modelId="{D827F6BC-52AB-4915-A460-7841A13365CC}" type="presOf" srcId="{022AF56A-A53E-42EC-9232-9200E3DB4CBB}" destId="{BB9720E6-C924-48B8-A5B4-2497FC035067}" srcOrd="0" destOrd="0" presId="urn:microsoft.com/office/officeart/2008/layout/HorizontalMultiLevelHierarchy"/>
    <dgm:cxn modelId="{2D5CE7A2-4261-4C65-B2C3-B9A8CCC76BF1}" type="presOf" srcId="{77638547-56A9-4613-9B11-25A3947058F7}" destId="{2B04A680-8855-4F96-976C-96D9905C6EDE}" srcOrd="0" destOrd="0" presId="urn:microsoft.com/office/officeart/2008/layout/HorizontalMultiLevelHierarchy"/>
    <dgm:cxn modelId="{93915E7F-0605-4B2F-8E71-55858804908D}" type="presOf" srcId="{35C8199A-B13D-43F9-B41C-07AE0963032A}" destId="{6E843124-54A3-44A8-88FC-7AF6A940B6B9}" srcOrd="0" destOrd="0" presId="urn:microsoft.com/office/officeart/2008/layout/HorizontalMultiLevelHierarchy"/>
    <dgm:cxn modelId="{6B0A6B16-FE83-4342-ADA7-5A424134D041}" type="presOf" srcId="{5CC036E3-7E97-4F78-8272-E8D72653B2E1}" destId="{B3E7D0A4-0928-46A6-9AC1-D72004D82A45}" srcOrd="0" destOrd="0" presId="urn:microsoft.com/office/officeart/2008/layout/HorizontalMultiLevelHierarchy"/>
    <dgm:cxn modelId="{DFA1F690-B59E-47DC-A74E-1792A7E03EDD}" srcId="{022AF56A-A53E-42EC-9232-9200E3DB4CBB}" destId="{D64D889E-FC6C-4BF1-BC51-7BB623694D82}" srcOrd="2" destOrd="0" parTransId="{809303E0-6173-4191-82BC-DD77B8318C86}" sibTransId="{E67EBDB1-1B7B-4543-9073-D1B45679053D}"/>
    <dgm:cxn modelId="{D2A084F8-9C7D-4A71-95B7-9548138AA0C3}" type="presParOf" srcId="{F64438BA-FA6A-4F68-A36A-F6BC10ED8C72}" destId="{8FB532E3-71F9-4BFB-B9FA-9AB72B3A1056}" srcOrd="0" destOrd="0" presId="urn:microsoft.com/office/officeart/2008/layout/HorizontalMultiLevelHierarchy"/>
    <dgm:cxn modelId="{4FECCB38-999E-4834-AEA5-8DC57DC91F5F}" type="presParOf" srcId="{8FB532E3-71F9-4BFB-B9FA-9AB72B3A1056}" destId="{BB9720E6-C924-48B8-A5B4-2497FC035067}" srcOrd="0" destOrd="0" presId="urn:microsoft.com/office/officeart/2008/layout/HorizontalMultiLevelHierarchy"/>
    <dgm:cxn modelId="{738C04A8-4F65-4D97-B68C-F9B0936BEF38}" type="presParOf" srcId="{8FB532E3-71F9-4BFB-B9FA-9AB72B3A1056}" destId="{C858AE93-BADC-44F1-B067-2E4BB1A133E9}" srcOrd="1" destOrd="0" presId="urn:microsoft.com/office/officeart/2008/layout/HorizontalMultiLevelHierarchy"/>
    <dgm:cxn modelId="{89C9703B-594A-420F-8EF4-18766E560421}" type="presParOf" srcId="{C858AE93-BADC-44F1-B067-2E4BB1A133E9}" destId="{B3E7D0A4-0928-46A6-9AC1-D72004D82A45}" srcOrd="0" destOrd="0" presId="urn:microsoft.com/office/officeart/2008/layout/HorizontalMultiLevelHierarchy"/>
    <dgm:cxn modelId="{74335457-25BC-4670-A599-3ED684E18174}" type="presParOf" srcId="{B3E7D0A4-0928-46A6-9AC1-D72004D82A45}" destId="{80125348-55DC-49CD-90A0-10E2601AAF28}" srcOrd="0" destOrd="0" presId="urn:microsoft.com/office/officeart/2008/layout/HorizontalMultiLevelHierarchy"/>
    <dgm:cxn modelId="{06880430-9D58-48AB-AB5F-AE3BA5F35F77}" type="presParOf" srcId="{C858AE93-BADC-44F1-B067-2E4BB1A133E9}" destId="{86130C43-053B-489D-8992-8F45299E1152}" srcOrd="1" destOrd="0" presId="urn:microsoft.com/office/officeart/2008/layout/HorizontalMultiLevelHierarchy"/>
    <dgm:cxn modelId="{C4C9CDAF-D94C-441B-9FEC-9C38021DF161}" type="presParOf" srcId="{86130C43-053B-489D-8992-8F45299E1152}" destId="{BADD967B-58C7-4963-81AB-23348EE57F30}" srcOrd="0" destOrd="0" presId="urn:microsoft.com/office/officeart/2008/layout/HorizontalMultiLevelHierarchy"/>
    <dgm:cxn modelId="{A765A551-3D70-424C-82A3-368B29C55865}" type="presParOf" srcId="{86130C43-053B-489D-8992-8F45299E1152}" destId="{9EF1B8A3-6215-45C3-9F8E-E5A21D585A42}" srcOrd="1" destOrd="0" presId="urn:microsoft.com/office/officeart/2008/layout/HorizontalMultiLevelHierarchy"/>
    <dgm:cxn modelId="{7A594B6E-964B-42E0-97C0-F8E644A574CF}" type="presParOf" srcId="{C858AE93-BADC-44F1-B067-2E4BB1A133E9}" destId="{7E72E0FA-6F22-4A4F-ADFD-6A63CCC29455}" srcOrd="2" destOrd="0" presId="urn:microsoft.com/office/officeart/2008/layout/HorizontalMultiLevelHierarchy"/>
    <dgm:cxn modelId="{B0056DA1-40EA-4A18-93B8-7BD0834280DA}" type="presParOf" srcId="{7E72E0FA-6F22-4A4F-ADFD-6A63CCC29455}" destId="{1D4DBB91-0476-4CF0-BA28-DBC132958A09}" srcOrd="0" destOrd="0" presId="urn:microsoft.com/office/officeart/2008/layout/HorizontalMultiLevelHierarchy"/>
    <dgm:cxn modelId="{5D79FB5E-914A-4F6B-A7B5-8789334D5844}" type="presParOf" srcId="{C858AE93-BADC-44F1-B067-2E4BB1A133E9}" destId="{DFEF8F26-FDD1-422C-B20E-CF76429C8C2A}" srcOrd="3" destOrd="0" presId="urn:microsoft.com/office/officeart/2008/layout/HorizontalMultiLevelHierarchy"/>
    <dgm:cxn modelId="{443765FB-AFD5-44C1-B28E-CE566EC4F446}" type="presParOf" srcId="{DFEF8F26-FDD1-422C-B20E-CF76429C8C2A}" destId="{7D0FA88F-CB85-4802-AAB9-C064AEB662DB}" srcOrd="0" destOrd="0" presId="urn:microsoft.com/office/officeart/2008/layout/HorizontalMultiLevelHierarchy"/>
    <dgm:cxn modelId="{C327B51C-427F-480B-8859-648B6D6351FC}" type="presParOf" srcId="{DFEF8F26-FDD1-422C-B20E-CF76429C8C2A}" destId="{D9C4639C-3D33-4A45-8E3A-E227B9FDA66F}" srcOrd="1" destOrd="0" presId="urn:microsoft.com/office/officeart/2008/layout/HorizontalMultiLevelHierarchy"/>
    <dgm:cxn modelId="{70FD8D70-579E-4EAA-8409-D685DDD8224D}" type="presParOf" srcId="{C858AE93-BADC-44F1-B067-2E4BB1A133E9}" destId="{846A36D4-EC17-40C3-ADDC-C0C1416CEB2C}" srcOrd="4" destOrd="0" presId="urn:microsoft.com/office/officeart/2008/layout/HorizontalMultiLevelHierarchy"/>
    <dgm:cxn modelId="{C6757F8A-D9F5-4327-8971-B2BA7F979D24}" type="presParOf" srcId="{846A36D4-EC17-40C3-ADDC-C0C1416CEB2C}" destId="{5020156C-0047-42E9-B903-8985E84F882E}" srcOrd="0" destOrd="0" presId="urn:microsoft.com/office/officeart/2008/layout/HorizontalMultiLevelHierarchy"/>
    <dgm:cxn modelId="{7F4386C6-BB56-481A-BBE6-46A4BFCCF316}" type="presParOf" srcId="{C858AE93-BADC-44F1-B067-2E4BB1A133E9}" destId="{1C6F7349-D5C0-459F-A48B-C573A83A03C0}" srcOrd="5" destOrd="0" presId="urn:microsoft.com/office/officeart/2008/layout/HorizontalMultiLevelHierarchy"/>
    <dgm:cxn modelId="{46D9B6F5-EDD9-4B20-B4D5-E33D70F7F946}" type="presParOf" srcId="{1C6F7349-D5C0-459F-A48B-C573A83A03C0}" destId="{CD9E2B56-EDDC-4FB0-AA6C-EEBCB18993B4}" srcOrd="0" destOrd="0" presId="urn:microsoft.com/office/officeart/2008/layout/HorizontalMultiLevelHierarchy"/>
    <dgm:cxn modelId="{4FF7A900-1F89-4C3B-AA42-41AC63D8B308}" type="presParOf" srcId="{1C6F7349-D5C0-459F-A48B-C573A83A03C0}" destId="{DF8B841C-D616-45AE-936D-32411783F99C}" srcOrd="1" destOrd="0" presId="urn:microsoft.com/office/officeart/2008/layout/HorizontalMultiLevelHierarchy"/>
    <dgm:cxn modelId="{087F29B9-A2C3-491F-846A-39F64F6F48C1}" type="presParOf" srcId="{C858AE93-BADC-44F1-B067-2E4BB1A133E9}" destId="{6E843124-54A3-44A8-88FC-7AF6A940B6B9}" srcOrd="6" destOrd="0" presId="urn:microsoft.com/office/officeart/2008/layout/HorizontalMultiLevelHierarchy"/>
    <dgm:cxn modelId="{A43A871F-BE04-43FF-8AE1-9BC544A18A8F}" type="presParOf" srcId="{6E843124-54A3-44A8-88FC-7AF6A940B6B9}" destId="{524F1C74-E51F-4662-AECA-864299EB12AA}" srcOrd="0" destOrd="0" presId="urn:microsoft.com/office/officeart/2008/layout/HorizontalMultiLevelHierarchy"/>
    <dgm:cxn modelId="{2547D0E2-37B8-4A3C-BBCD-EE1110E8CE24}" type="presParOf" srcId="{C858AE93-BADC-44F1-B067-2E4BB1A133E9}" destId="{3C2CA6A6-F94E-4975-84C8-20DEF773BF26}" srcOrd="7" destOrd="0" presId="urn:microsoft.com/office/officeart/2008/layout/HorizontalMultiLevelHierarchy"/>
    <dgm:cxn modelId="{0396C695-FDCC-453B-9BB1-E7BE6300975C}" type="presParOf" srcId="{3C2CA6A6-F94E-4975-84C8-20DEF773BF26}" destId="{2B04A680-8855-4F96-976C-96D9905C6EDE}" srcOrd="0" destOrd="0" presId="urn:microsoft.com/office/officeart/2008/layout/HorizontalMultiLevelHierarchy"/>
    <dgm:cxn modelId="{D7C6A44C-A0D7-4956-884F-C35B3BABD0BF}" type="presParOf" srcId="{3C2CA6A6-F94E-4975-84C8-20DEF773BF26}" destId="{8F91FE3C-B1CE-4DC8-854A-C82B795940A2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843124-54A3-44A8-88FC-7AF6A940B6B9}">
      <dsp:nvSpPr>
        <dsp:cNvPr id="0" name=""/>
        <dsp:cNvSpPr/>
      </dsp:nvSpPr>
      <dsp:spPr>
        <a:xfrm>
          <a:off x="3177543" y="2405965"/>
          <a:ext cx="624361" cy="17142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2180" y="0"/>
              </a:lnTo>
              <a:lnTo>
                <a:pt x="312180" y="1714250"/>
              </a:lnTo>
              <a:lnTo>
                <a:pt x="624361" y="1714250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700" kern="1200"/>
        </a:p>
      </dsp:txBody>
      <dsp:txXfrm>
        <a:off x="3444114" y="3217479"/>
        <a:ext cx="91220" cy="91220"/>
      </dsp:txXfrm>
    </dsp:sp>
    <dsp:sp modelId="{846A36D4-EC17-40C3-ADDC-C0C1416CEB2C}">
      <dsp:nvSpPr>
        <dsp:cNvPr id="0" name=""/>
        <dsp:cNvSpPr/>
      </dsp:nvSpPr>
      <dsp:spPr>
        <a:xfrm>
          <a:off x="3177543" y="2405965"/>
          <a:ext cx="624361" cy="5714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2180" y="0"/>
              </a:lnTo>
              <a:lnTo>
                <a:pt x="312180" y="571416"/>
              </a:lnTo>
              <a:lnTo>
                <a:pt x="624361" y="571416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500" kern="1200"/>
        </a:p>
      </dsp:txBody>
      <dsp:txXfrm>
        <a:off x="3468565" y="2670514"/>
        <a:ext cx="42318" cy="42318"/>
      </dsp:txXfrm>
    </dsp:sp>
    <dsp:sp modelId="{7E72E0FA-6F22-4A4F-ADFD-6A63CCC29455}">
      <dsp:nvSpPr>
        <dsp:cNvPr id="0" name=""/>
        <dsp:cNvSpPr/>
      </dsp:nvSpPr>
      <dsp:spPr>
        <a:xfrm>
          <a:off x="3177543" y="1834548"/>
          <a:ext cx="624361" cy="571416"/>
        </a:xfrm>
        <a:custGeom>
          <a:avLst/>
          <a:gdLst/>
          <a:ahLst/>
          <a:cxnLst/>
          <a:rect l="0" t="0" r="0" b="0"/>
          <a:pathLst>
            <a:path>
              <a:moveTo>
                <a:pt x="0" y="571416"/>
              </a:moveTo>
              <a:lnTo>
                <a:pt x="312180" y="571416"/>
              </a:lnTo>
              <a:lnTo>
                <a:pt x="312180" y="0"/>
              </a:lnTo>
              <a:lnTo>
                <a:pt x="624361" y="0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500" kern="1200"/>
        </a:p>
      </dsp:txBody>
      <dsp:txXfrm>
        <a:off x="3468565" y="2099097"/>
        <a:ext cx="42318" cy="42318"/>
      </dsp:txXfrm>
    </dsp:sp>
    <dsp:sp modelId="{B3E7D0A4-0928-46A6-9AC1-D72004D82A45}">
      <dsp:nvSpPr>
        <dsp:cNvPr id="0" name=""/>
        <dsp:cNvSpPr/>
      </dsp:nvSpPr>
      <dsp:spPr>
        <a:xfrm>
          <a:off x="3177543" y="776403"/>
          <a:ext cx="609907" cy="1629561"/>
        </a:xfrm>
        <a:custGeom>
          <a:avLst/>
          <a:gdLst/>
          <a:ahLst/>
          <a:cxnLst/>
          <a:rect l="0" t="0" r="0" b="0"/>
          <a:pathLst>
            <a:path>
              <a:moveTo>
                <a:pt x="0" y="1629561"/>
              </a:moveTo>
              <a:lnTo>
                <a:pt x="304953" y="1629561"/>
              </a:lnTo>
              <a:lnTo>
                <a:pt x="304953" y="0"/>
              </a:lnTo>
              <a:lnTo>
                <a:pt x="609907" y="0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600" kern="1200"/>
        </a:p>
      </dsp:txBody>
      <dsp:txXfrm>
        <a:off x="3438998" y="1547685"/>
        <a:ext cx="86997" cy="86997"/>
      </dsp:txXfrm>
    </dsp:sp>
    <dsp:sp modelId="{BB9720E6-C924-48B8-A5B4-2497FC035067}">
      <dsp:nvSpPr>
        <dsp:cNvPr id="0" name=""/>
        <dsp:cNvSpPr/>
      </dsp:nvSpPr>
      <dsp:spPr>
        <a:xfrm rot="16200000">
          <a:off x="314445" y="1948831"/>
          <a:ext cx="4811930" cy="91426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b="1" kern="1200" dirty="0" smtClean="0"/>
            <a:t>Google Workspace</a:t>
          </a:r>
          <a:endParaRPr lang="fr-FR" sz="3600" b="1" kern="1200" dirty="0"/>
        </a:p>
      </dsp:txBody>
      <dsp:txXfrm>
        <a:off x="314445" y="1948831"/>
        <a:ext cx="4811930" cy="914266"/>
      </dsp:txXfrm>
    </dsp:sp>
    <dsp:sp modelId="{BADD967B-58C7-4963-81AB-23348EE57F30}">
      <dsp:nvSpPr>
        <dsp:cNvPr id="0" name=""/>
        <dsp:cNvSpPr/>
      </dsp:nvSpPr>
      <dsp:spPr>
        <a:xfrm>
          <a:off x="3787451" y="319270"/>
          <a:ext cx="2998794" cy="91426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3600" kern="1200" dirty="0" smtClean="0"/>
            <a:t>Gmail</a:t>
          </a:r>
          <a:endParaRPr lang="fr-FR" sz="3600" kern="1200" dirty="0"/>
        </a:p>
      </dsp:txBody>
      <dsp:txXfrm>
        <a:off x="3787451" y="319270"/>
        <a:ext cx="2998794" cy="914266"/>
      </dsp:txXfrm>
    </dsp:sp>
    <dsp:sp modelId="{7D0FA88F-CB85-4802-AAB9-C064AEB662DB}">
      <dsp:nvSpPr>
        <dsp:cNvPr id="0" name=""/>
        <dsp:cNvSpPr/>
      </dsp:nvSpPr>
      <dsp:spPr>
        <a:xfrm>
          <a:off x="3801905" y="1377414"/>
          <a:ext cx="2998794" cy="91426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Google Drive</a:t>
          </a:r>
          <a:endParaRPr lang="fr-FR" sz="3900" kern="1200" dirty="0"/>
        </a:p>
      </dsp:txBody>
      <dsp:txXfrm>
        <a:off x="3801905" y="1377414"/>
        <a:ext cx="2998794" cy="914266"/>
      </dsp:txXfrm>
    </dsp:sp>
    <dsp:sp modelId="{CD9E2B56-EDDC-4FB0-AA6C-EEBCB18993B4}">
      <dsp:nvSpPr>
        <dsp:cNvPr id="0" name=""/>
        <dsp:cNvSpPr/>
      </dsp:nvSpPr>
      <dsp:spPr>
        <a:xfrm>
          <a:off x="3801905" y="2520248"/>
          <a:ext cx="2998794" cy="91426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Google Docs </a:t>
          </a:r>
          <a:endParaRPr lang="fr-FR" sz="3900" kern="1200" dirty="0"/>
        </a:p>
      </dsp:txBody>
      <dsp:txXfrm>
        <a:off x="3801905" y="2520248"/>
        <a:ext cx="2998794" cy="914266"/>
      </dsp:txXfrm>
    </dsp:sp>
    <dsp:sp modelId="{2B04A680-8855-4F96-976C-96D9905C6EDE}">
      <dsp:nvSpPr>
        <dsp:cNvPr id="0" name=""/>
        <dsp:cNvSpPr/>
      </dsp:nvSpPr>
      <dsp:spPr>
        <a:xfrm>
          <a:off x="3801905" y="3663081"/>
          <a:ext cx="2998794" cy="91426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Google Sheets</a:t>
          </a:r>
          <a:endParaRPr lang="fr-FR" sz="3900" kern="1200" dirty="0"/>
        </a:p>
      </dsp:txBody>
      <dsp:txXfrm>
        <a:off x="3801905" y="3663081"/>
        <a:ext cx="2998794" cy="9142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B8CB72F-CA4A-468C-908D-4E590242B7E1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0FECD5-8759-474E-A50F-F671340C64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988975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CB72F-CA4A-468C-908D-4E590242B7E1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FECD5-8759-474E-A50F-F671340C64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3398074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CB72F-CA4A-468C-908D-4E590242B7E1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FECD5-8759-474E-A50F-F671340C64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836696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CB72F-CA4A-468C-908D-4E590242B7E1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FECD5-8759-474E-A50F-F671340C64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247365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CB72F-CA4A-468C-908D-4E590242B7E1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FECD5-8759-474E-A50F-F671340C64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900868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CB72F-CA4A-468C-908D-4E590242B7E1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FECD5-8759-474E-A50F-F671340C64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98133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CB72F-CA4A-468C-908D-4E590242B7E1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FECD5-8759-474E-A50F-F671340C64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560892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CB72F-CA4A-468C-908D-4E590242B7E1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FECD5-8759-474E-A50F-F671340C64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4219520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CB72F-CA4A-468C-908D-4E590242B7E1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FECD5-8759-474E-A50F-F671340C64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033927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CB72F-CA4A-468C-908D-4E590242B7E1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FECD5-8759-474E-A50F-F671340C64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370744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CB72F-CA4A-468C-908D-4E590242B7E1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FECD5-8759-474E-A50F-F671340C64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493459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CB72F-CA4A-468C-908D-4E590242B7E1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FECD5-8759-474E-A50F-F671340C6475}" type="slidenum">
              <a:rPr lang="fr-FR" smtClean="0"/>
              <a:t>‹N°›</a:t>
            </a:fld>
            <a:endParaRPr lang="fr-F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1021608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CB72F-CA4A-468C-908D-4E590242B7E1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FECD5-8759-474E-A50F-F671340C64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011678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CB72F-CA4A-468C-908D-4E590242B7E1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FECD5-8759-474E-A50F-F671340C64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689598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CB72F-CA4A-468C-908D-4E590242B7E1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FECD5-8759-474E-A50F-F671340C64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7026097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CB72F-CA4A-468C-908D-4E590242B7E1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FECD5-8759-474E-A50F-F671340C64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14756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CB72F-CA4A-468C-908D-4E590242B7E1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FECD5-8759-474E-A50F-F671340C64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908832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CB72F-CA4A-468C-908D-4E590242B7E1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FECD5-8759-474E-A50F-F671340C64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32600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12" Type="http://schemas.microsoft.com/office/2007/relationships/hdphoto" Target="../media/hdphoto3.wdp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5.png"/><Relationship Id="rId5" Type="http://schemas.openxmlformats.org/officeDocument/2006/relationships/diagramColors" Target="../diagrams/colors1.xml"/><Relationship Id="rId10" Type="http://schemas.microsoft.com/office/2007/relationships/hdphoto" Target="../media/hdphoto2.wdp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4.png"/><Relationship Id="rId14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hdphoto" Target="../media/hdphoto5.wdp"/><Relationship Id="rId7" Type="http://schemas.microsoft.com/office/2007/relationships/hdphoto" Target="../media/hdphoto7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6.wdp"/><Relationship Id="rId4" Type="http://schemas.openxmlformats.org/officeDocument/2006/relationships/image" Target="../media/image8.png"/><Relationship Id="rId9" Type="http://schemas.microsoft.com/office/2007/relationships/hdphoto" Target="../media/hdphoto8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1.wdp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42654" y="0"/>
            <a:ext cx="10349345" cy="6617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University Of Science And Technology Houari </a:t>
            </a:r>
            <a:r>
              <a:rPr lang="en-US" sz="3200" dirty="0" smtClean="0">
                <a:solidFill>
                  <a:schemeClr val="bg1"/>
                </a:solidFill>
              </a:rPr>
              <a:t>Boumediene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</a:rPr>
              <a:t>Faculty of Computer </a:t>
            </a:r>
            <a:r>
              <a:rPr lang="en-US" sz="3600" dirty="0" smtClean="0">
                <a:solidFill>
                  <a:schemeClr val="bg1"/>
                </a:solidFill>
              </a:rPr>
              <a:t>Science</a:t>
            </a:r>
          </a:p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Module </a:t>
            </a:r>
            <a:r>
              <a:rPr lang="en-US" sz="3200" dirty="0">
                <a:solidFill>
                  <a:schemeClr val="bg1"/>
                </a:solidFill>
              </a:rPr>
              <a:t>: </a:t>
            </a:r>
            <a:r>
              <a:rPr lang="en-US" sz="3200" dirty="0" smtClean="0">
                <a:solidFill>
                  <a:schemeClr val="bg1"/>
                </a:solidFill>
              </a:rPr>
              <a:t>TIC</a:t>
            </a:r>
          </a:p>
          <a:p>
            <a:pPr algn="ctr"/>
            <a:endParaRPr lang="en-US" sz="3200" dirty="0" smtClean="0">
              <a:solidFill>
                <a:schemeClr val="bg1"/>
              </a:solidFill>
            </a:endParaRPr>
          </a:p>
          <a:p>
            <a:pPr algn="ctr"/>
            <a:r>
              <a:rPr lang="fr-FR" sz="4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Information and Communication </a:t>
            </a:r>
            <a:r>
              <a:rPr lang="fr-FR" sz="44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Technologies</a:t>
            </a:r>
          </a:p>
          <a:p>
            <a:pPr algn="ctr"/>
            <a:endParaRPr lang="en-US" sz="4400" b="1" spc="50" dirty="0" smtClean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endParaRPr lang="en-US" sz="28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en-US" sz="2400" b="1" u="sng" dirty="0" smtClean="0">
                <a:solidFill>
                  <a:schemeClr val="bg1"/>
                </a:solidFill>
              </a:rPr>
              <a:t>Student</a:t>
            </a:r>
            <a:r>
              <a:rPr lang="en-US" sz="2400" b="1" u="sng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Si Lounis </a:t>
            </a:r>
            <a:r>
              <a:rPr lang="en-US" sz="2400" dirty="0" smtClean="0">
                <a:solidFill>
                  <a:schemeClr val="bg1"/>
                </a:solidFill>
              </a:rPr>
              <a:t>Anis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u="sng" dirty="0">
                <a:solidFill>
                  <a:schemeClr val="bg1"/>
                </a:solidFill>
              </a:rPr>
              <a:t>Group: </a:t>
            </a:r>
            <a:r>
              <a:rPr lang="en-US" sz="2400" dirty="0" smtClean="0">
                <a:solidFill>
                  <a:schemeClr val="bg1"/>
                </a:solidFill>
              </a:rPr>
              <a:t>3</a:t>
            </a:r>
            <a:endParaRPr lang="en-US" sz="2400" dirty="0" smtClean="0">
              <a:solidFill>
                <a:schemeClr val="bg1"/>
              </a:solidFill>
            </a:endParaRPr>
          </a:p>
          <a:p>
            <a:endParaRPr lang="en-US" sz="2400" dirty="0" smtClean="0">
              <a:solidFill>
                <a:schemeClr val="bg1"/>
              </a:solidFill>
            </a:endParaRPr>
          </a:p>
          <a:p>
            <a:endParaRPr lang="en-US" sz="2400" dirty="0" smtClean="0">
              <a:solidFill>
                <a:schemeClr val="bg1"/>
              </a:solidFill>
            </a:endParaRPr>
          </a:p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Academic </a:t>
            </a:r>
            <a:r>
              <a:rPr lang="en-US" sz="2000" dirty="0">
                <a:solidFill>
                  <a:schemeClr val="bg1"/>
                </a:solidFill>
              </a:rPr>
              <a:t>Year: 2025/2026</a:t>
            </a:r>
            <a:endParaRPr lang="fr-F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551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36073" y="0"/>
            <a:ext cx="11055926" cy="6719455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4400" b="1" dirty="0" smtClean="0">
                <a:solidFill>
                  <a:schemeClr val="bg1"/>
                </a:solidFill>
              </a:rPr>
              <a:t>Introduction</a:t>
            </a:r>
          </a:p>
          <a:p>
            <a:pPr marL="0" indent="0">
              <a:buNone/>
            </a:pPr>
            <a:endParaRPr lang="en-US" sz="4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TIC </a:t>
            </a:r>
            <a:r>
              <a:rPr lang="en-US" sz="2800" dirty="0">
                <a:solidFill>
                  <a:schemeClr val="bg1"/>
                </a:solidFill>
              </a:rPr>
              <a:t>play a fundamental role in modern society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They enable the creation</a:t>
            </a:r>
            <a:r>
              <a:rPr lang="en-US" sz="2800" dirty="0">
                <a:solidFill>
                  <a:schemeClr val="bg1"/>
                </a:solidFill>
              </a:rPr>
              <a:t>, storage, and exchange of </a:t>
            </a:r>
            <a:r>
              <a:rPr lang="en-US" sz="2800" dirty="0" smtClean="0">
                <a:solidFill>
                  <a:schemeClr val="bg1"/>
                </a:solidFill>
              </a:rPr>
              <a:t>information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Used in education, business, and </a:t>
            </a:r>
            <a:r>
              <a:rPr lang="en-US" sz="2800" dirty="0" smtClean="0">
                <a:solidFill>
                  <a:schemeClr val="bg1"/>
                </a:solidFill>
              </a:rPr>
              <a:t>communication</a:t>
            </a:r>
          </a:p>
          <a:p>
            <a:pPr marL="0" indent="0">
              <a:buNone/>
            </a:pPr>
            <a:endParaRPr lang="en-US" sz="2800" u="sng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800" u="sng" dirty="0" smtClean="0">
                <a:solidFill>
                  <a:schemeClr val="bg1"/>
                </a:solidFill>
              </a:rPr>
              <a:t>The o</a:t>
            </a:r>
            <a:r>
              <a:rPr lang="en-US" sz="2800" u="sng" dirty="0" smtClean="0">
                <a:solidFill>
                  <a:schemeClr val="bg1"/>
                </a:solidFill>
              </a:rPr>
              <a:t>bjective </a:t>
            </a:r>
            <a:r>
              <a:rPr lang="en-US" sz="2800" u="sng" dirty="0" smtClean="0">
                <a:solidFill>
                  <a:schemeClr val="bg1"/>
                </a:solidFill>
              </a:rPr>
              <a:t>of this presentation </a:t>
            </a:r>
            <a:r>
              <a:rPr lang="en-US" sz="2800" u="sng" dirty="0" smtClean="0">
                <a:solidFill>
                  <a:schemeClr val="bg1"/>
                </a:solidFill>
              </a:rPr>
              <a:t>: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present </a:t>
            </a:r>
            <a:r>
              <a:rPr lang="en-US" sz="2800" dirty="0">
                <a:solidFill>
                  <a:schemeClr val="bg1"/>
                </a:solidFill>
              </a:rPr>
              <a:t>TIC and modern digital tools</a:t>
            </a:r>
            <a:endParaRPr lang="fr-FR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2880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260764" y="0"/>
            <a:ext cx="10931236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Definition &amp; Components of </a:t>
            </a:r>
            <a:r>
              <a:rPr lang="en-US" sz="4400" b="1" dirty="0" smtClean="0">
                <a:solidFill>
                  <a:schemeClr val="bg1"/>
                </a:solidFill>
              </a:rPr>
              <a:t>TIC</a:t>
            </a:r>
          </a:p>
          <a:p>
            <a:endParaRPr lang="en-US" sz="4400" dirty="0">
              <a:solidFill>
                <a:schemeClr val="bg1"/>
              </a:solidFill>
            </a:endParaRPr>
          </a:p>
          <a:p>
            <a:r>
              <a:rPr lang="en-US" sz="2800" b="1" u="sng" dirty="0" smtClean="0">
                <a:solidFill>
                  <a:schemeClr val="bg1"/>
                </a:solidFill>
              </a:rPr>
              <a:t>Definition of TIC</a:t>
            </a:r>
            <a:r>
              <a:rPr lang="en-US" sz="2800" b="1" u="sng" dirty="0">
                <a:solidFill>
                  <a:schemeClr val="bg1"/>
                </a:solidFill>
              </a:rPr>
              <a:t>: </a:t>
            </a:r>
            <a:r>
              <a:rPr lang="en-US" sz="2800" dirty="0">
                <a:solidFill>
                  <a:schemeClr val="bg1"/>
                </a:solidFill>
              </a:rPr>
              <a:t>tools to collect, process, store, and share </a:t>
            </a:r>
            <a:r>
              <a:rPr lang="en-US" sz="2800" dirty="0" smtClean="0">
                <a:solidFill>
                  <a:schemeClr val="bg1"/>
                </a:solidFill>
              </a:rPr>
              <a:t>information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 smtClean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 smtClean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 smtClean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 smtClean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 smtClean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grpSp>
        <p:nvGrpSpPr>
          <p:cNvPr id="3" name="Groupe 2"/>
          <p:cNvGrpSpPr/>
          <p:nvPr/>
        </p:nvGrpSpPr>
        <p:grpSpPr>
          <a:xfrm>
            <a:off x="1924045" y="1948087"/>
            <a:ext cx="6996551" cy="4390367"/>
            <a:chOff x="1924045" y="1948087"/>
            <a:chExt cx="6996551" cy="4390367"/>
          </a:xfrm>
        </p:grpSpPr>
        <p:grpSp>
          <p:nvGrpSpPr>
            <p:cNvPr id="27" name="Groupe 26"/>
            <p:cNvGrpSpPr/>
            <p:nvPr/>
          </p:nvGrpSpPr>
          <p:grpSpPr>
            <a:xfrm>
              <a:off x="1971670" y="1948087"/>
              <a:ext cx="6644991" cy="2680854"/>
              <a:chOff x="2367391" y="2722418"/>
              <a:chExt cx="6644991" cy="2680854"/>
            </a:xfrm>
          </p:grpSpPr>
          <p:cxnSp>
            <p:nvCxnSpPr>
              <p:cNvPr id="4" name="Connecteur droit avec flèche 3"/>
              <p:cNvCxnSpPr/>
              <p:nvPr/>
            </p:nvCxnSpPr>
            <p:spPr>
              <a:xfrm flipH="1">
                <a:off x="3496972" y="3733799"/>
                <a:ext cx="1246909" cy="9975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Connecteur droit avec flèche 7"/>
              <p:cNvCxnSpPr/>
              <p:nvPr/>
            </p:nvCxnSpPr>
            <p:spPr>
              <a:xfrm>
                <a:off x="5737512" y="3733799"/>
                <a:ext cx="0" cy="9975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Connecteur droit avec flèche 9"/>
              <p:cNvCxnSpPr/>
              <p:nvPr/>
            </p:nvCxnSpPr>
            <p:spPr>
              <a:xfrm>
                <a:off x="6851938" y="3726872"/>
                <a:ext cx="1046017" cy="9975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Rectangle à coins arrondis 15"/>
              <p:cNvSpPr/>
              <p:nvPr/>
            </p:nvSpPr>
            <p:spPr>
              <a:xfrm>
                <a:off x="3915639" y="2722418"/>
                <a:ext cx="3643746" cy="1011381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r>
                  <a:rPr lang="en-US" sz="2800" b="1" u="sng" dirty="0">
                    <a:solidFill>
                      <a:prstClr val="black"/>
                    </a:solidFill>
                  </a:rPr>
                  <a:t>Components of TIC</a:t>
                </a:r>
              </a:p>
            </p:txBody>
          </p:sp>
          <p:sp>
            <p:nvSpPr>
              <p:cNvPr id="17" name="Rectangle à coins arrondis 16"/>
              <p:cNvSpPr/>
              <p:nvPr/>
            </p:nvSpPr>
            <p:spPr>
              <a:xfrm>
                <a:off x="6892636" y="4724400"/>
                <a:ext cx="2119746" cy="678872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 smtClean="0">
                    <a:solidFill>
                      <a:schemeClr val="bg1"/>
                    </a:solidFill>
                  </a:rPr>
                  <a:t>Networks</a:t>
                </a:r>
                <a:endParaRPr lang="en-US" sz="2800" b="1" u="sng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" name="Rectangle à coins arrondis 17"/>
              <p:cNvSpPr/>
              <p:nvPr/>
            </p:nvSpPr>
            <p:spPr>
              <a:xfrm>
                <a:off x="2367391" y="4724400"/>
                <a:ext cx="2119746" cy="678872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r>
                  <a:rPr lang="en-US" sz="2800" dirty="0" smtClean="0">
                    <a:solidFill>
                      <a:schemeClr val="bg1"/>
                    </a:solidFill>
                  </a:rPr>
                  <a:t>Software</a:t>
                </a:r>
                <a:endParaRPr lang="en-US" sz="2800" b="1" u="sng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" name="Rectangle à coins arrondis 18"/>
              <p:cNvSpPr/>
              <p:nvPr/>
            </p:nvSpPr>
            <p:spPr>
              <a:xfrm>
                <a:off x="4677639" y="4724400"/>
                <a:ext cx="2119746" cy="678872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r>
                  <a:rPr lang="en-US" sz="2800" dirty="0">
                    <a:solidFill>
                      <a:schemeClr val="bg1"/>
                    </a:solidFill>
                  </a:rPr>
                  <a:t>Hardware</a:t>
                </a:r>
                <a:endParaRPr lang="en-US" sz="2800" b="1" u="sng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28" name="Rectangle à coins arrondis 27"/>
            <p:cNvSpPr/>
            <p:nvPr/>
          </p:nvSpPr>
          <p:spPr>
            <a:xfrm>
              <a:off x="4234293" y="5043055"/>
              <a:ext cx="2119746" cy="1288473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computers, smartphones</a:t>
              </a:r>
              <a:endParaRPr lang="fr-FR" sz="2400" dirty="0"/>
            </a:p>
          </p:txBody>
        </p:sp>
        <p:sp>
          <p:nvSpPr>
            <p:cNvPr id="29" name="Rectangle à coins arrondis 28"/>
            <p:cNvSpPr/>
            <p:nvPr/>
          </p:nvSpPr>
          <p:spPr>
            <a:xfrm>
              <a:off x="6544541" y="5049981"/>
              <a:ext cx="2376055" cy="1288473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 smtClean="0">
                  <a:solidFill>
                    <a:schemeClr val="bg1"/>
                  </a:solidFill>
                </a:rPr>
                <a:t>Internet,</a:t>
              </a:r>
            </a:p>
            <a:p>
              <a:r>
                <a:rPr lang="en-US" sz="1600" dirty="0" smtClean="0">
                  <a:solidFill>
                    <a:schemeClr val="bg1"/>
                  </a:solidFill>
                </a:rPr>
                <a:t>communication </a:t>
              </a:r>
              <a:r>
                <a:rPr lang="en-US" sz="1600" dirty="0">
                  <a:solidFill>
                    <a:schemeClr val="bg1"/>
                  </a:solidFill>
                </a:rPr>
                <a:t>protocols</a:t>
              </a:r>
              <a:endParaRPr lang="fr-FR" sz="1600" dirty="0">
                <a:solidFill>
                  <a:schemeClr val="bg1"/>
                </a:solidFill>
              </a:endParaRPr>
            </a:p>
          </p:txBody>
        </p:sp>
        <p:sp>
          <p:nvSpPr>
            <p:cNvPr id="30" name="Rectangle à coins arrondis 29"/>
            <p:cNvSpPr/>
            <p:nvPr/>
          </p:nvSpPr>
          <p:spPr>
            <a:xfrm>
              <a:off x="1924045" y="5043054"/>
              <a:ext cx="2119746" cy="1288473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schemeClr val="bg1"/>
                  </a:solidFill>
                </a:rPr>
                <a:t>applications, operating systems</a:t>
              </a:r>
            </a:p>
          </p:txBody>
        </p:sp>
        <p:cxnSp>
          <p:nvCxnSpPr>
            <p:cNvPr id="32" name="Connecteur droit avec flèche 31"/>
            <p:cNvCxnSpPr>
              <a:stCxn id="17" idx="2"/>
            </p:cNvCxnSpPr>
            <p:nvPr/>
          </p:nvCxnSpPr>
          <p:spPr>
            <a:xfrm>
              <a:off x="7556788" y="4628941"/>
              <a:ext cx="0" cy="42104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necteur droit avec flèche 32"/>
            <p:cNvCxnSpPr/>
            <p:nvPr/>
          </p:nvCxnSpPr>
          <p:spPr>
            <a:xfrm>
              <a:off x="5341790" y="4628941"/>
              <a:ext cx="0" cy="42104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Connecteur droit avec flèche 33"/>
            <p:cNvCxnSpPr/>
            <p:nvPr/>
          </p:nvCxnSpPr>
          <p:spPr>
            <a:xfrm>
              <a:off x="3051458" y="4644318"/>
              <a:ext cx="0" cy="42104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81874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9200" y="0"/>
            <a:ext cx="10972799" cy="997528"/>
          </a:xfrm>
        </p:spPr>
        <p:txBody>
          <a:bodyPr/>
          <a:lstStyle/>
          <a:p>
            <a:r>
              <a:rPr lang="fr-FR" dirty="0"/>
              <a:t> </a:t>
            </a:r>
            <a:r>
              <a:rPr lang="fr-FR" sz="4400" b="1" dirty="0">
                <a:solidFill>
                  <a:schemeClr val="bg1"/>
                </a:solidFill>
              </a:rPr>
              <a:t>Google Services</a:t>
            </a:r>
            <a:endParaRPr lang="fr-FR" b="1" dirty="0">
              <a:solidFill>
                <a:schemeClr val="bg1"/>
              </a:solidFill>
            </a:endParaRPr>
          </a:p>
        </p:txBody>
      </p:sp>
      <p:grpSp>
        <p:nvGrpSpPr>
          <p:cNvPr id="9" name="Groupe 8"/>
          <p:cNvGrpSpPr/>
          <p:nvPr/>
        </p:nvGrpSpPr>
        <p:grpSpPr>
          <a:xfrm>
            <a:off x="-706581" y="1214797"/>
            <a:ext cx="9088580" cy="4811930"/>
            <a:chOff x="-706581" y="1214797"/>
            <a:chExt cx="9088580" cy="4811930"/>
          </a:xfrm>
        </p:grpSpPr>
        <p:graphicFrame>
          <p:nvGraphicFramePr>
            <p:cNvPr id="4" name="Diagramme 3"/>
            <p:cNvGraphicFramePr/>
            <p:nvPr>
              <p:extLst>
                <p:ext uri="{D42A27DB-BD31-4B8C-83A1-F6EECF244321}">
                  <p14:modId xmlns:p14="http://schemas.microsoft.com/office/powerpoint/2010/main" val="2258918559"/>
                </p:ext>
              </p:extLst>
            </p:nvPr>
          </p:nvGraphicFramePr>
          <p:xfrm>
            <a:off x="-706581" y="1214797"/>
            <a:ext cx="9088580" cy="481193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pic>
          <p:nvPicPr>
            <p:cNvPr id="5" name="Image 4"/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9042" b="81375" l="10001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-2711" r="-7536" b="9584"/>
            <a:stretch/>
          </p:blipFill>
          <p:spPr>
            <a:xfrm>
              <a:off x="6396037" y="1454726"/>
              <a:ext cx="1237818" cy="1022485"/>
            </a:xfrm>
            <a:prstGeom prst="rect">
              <a:avLst/>
            </a:prstGeom>
          </p:spPr>
        </p:pic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0" b="100000" l="0" r="97468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2292" y="2694480"/>
              <a:ext cx="905308" cy="716779"/>
            </a:xfrm>
            <a:prstGeom prst="rect">
              <a:avLst/>
            </a:prstGeom>
          </p:spPr>
        </p:pic>
        <p:pic>
          <p:nvPicPr>
            <p:cNvPr id="7" name="Image 6"/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0" b="10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8934" y="3850193"/>
              <a:ext cx="1642739" cy="818375"/>
            </a:xfrm>
            <a:prstGeom prst="rect">
              <a:avLst/>
            </a:prstGeom>
          </p:spPr>
        </p:pic>
        <p:pic>
          <p:nvPicPr>
            <p:cNvPr id="8" name="Image 7"/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96037" y="4722767"/>
              <a:ext cx="1249761" cy="1249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37604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07667" y="-332510"/>
            <a:ext cx="9905998" cy="1478570"/>
          </a:xfrm>
        </p:spPr>
        <p:txBody>
          <a:bodyPr>
            <a:normAutofit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Microsoft Tools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Microsoft </a:t>
            </a:r>
            <a:r>
              <a:rPr lang="en-US" sz="2800" dirty="0" smtClean="0">
                <a:solidFill>
                  <a:schemeClr val="bg1"/>
                </a:solidFill>
              </a:rPr>
              <a:t>Office: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chemeClr val="bg1"/>
                </a:solidFill>
              </a:rPr>
              <a:t>Word</a:t>
            </a:r>
            <a:endParaRPr lang="en-US" sz="2400" dirty="0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chemeClr val="bg1"/>
                </a:solidFill>
              </a:rPr>
              <a:t> Excel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chemeClr val="bg1"/>
                </a:solidFill>
              </a:rPr>
              <a:t> PowerPoint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Used in education and companies</a:t>
            </a:r>
          </a:p>
          <a:p>
            <a:r>
              <a:rPr lang="en-US" sz="2800" dirty="0">
                <a:solidFill>
                  <a:schemeClr val="bg1"/>
                </a:solidFill>
              </a:rPr>
              <a:t>Improve productivity and organization</a:t>
            </a:r>
            <a:endParaRPr lang="fr-FR" sz="2800" dirty="0">
              <a:solidFill>
                <a:schemeClr val="bg1"/>
              </a:solidFill>
            </a:endParaRPr>
          </a:p>
        </p:txBody>
      </p:sp>
      <p:grpSp>
        <p:nvGrpSpPr>
          <p:cNvPr id="11" name="Groupe 10"/>
          <p:cNvGrpSpPr/>
          <p:nvPr/>
        </p:nvGrpSpPr>
        <p:grpSpPr>
          <a:xfrm>
            <a:off x="3256472" y="1413451"/>
            <a:ext cx="6552545" cy="3182449"/>
            <a:chOff x="3256472" y="1413451"/>
            <a:chExt cx="6552545" cy="3182449"/>
          </a:xfrm>
        </p:grpSpPr>
        <p:grpSp>
          <p:nvGrpSpPr>
            <p:cNvPr id="10" name="Groupe 9"/>
            <p:cNvGrpSpPr/>
            <p:nvPr/>
          </p:nvGrpSpPr>
          <p:grpSpPr>
            <a:xfrm>
              <a:off x="7476691" y="1413451"/>
              <a:ext cx="2332326" cy="2143125"/>
              <a:chOff x="7476691" y="1413451"/>
              <a:chExt cx="2332326" cy="2143125"/>
            </a:xfrm>
          </p:grpSpPr>
          <p:pic>
            <p:nvPicPr>
              <p:cNvPr id="4" name="Image 3"/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778" b="89778" l="7556" r="89778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76691" y="1413451"/>
                <a:ext cx="2143125" cy="2143125"/>
              </a:xfrm>
              <a:prstGeom prst="rect">
                <a:avLst/>
              </a:prstGeom>
            </p:spPr>
          </p:pic>
          <p:sp>
            <p:nvSpPr>
              <p:cNvPr id="5" name="ZoneTexte 4"/>
              <p:cNvSpPr txBox="1"/>
              <p:nvPr/>
            </p:nvSpPr>
            <p:spPr>
              <a:xfrm>
                <a:off x="8091054" y="2223403"/>
                <a:ext cx="171796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800" b="1" dirty="0" smtClean="0">
                    <a:solidFill>
                      <a:schemeClr val="bg1"/>
                    </a:solidFill>
                  </a:rPr>
                  <a:t>Microsoft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" name="Groupe 8"/>
            <p:cNvGrpSpPr/>
            <p:nvPr/>
          </p:nvGrpSpPr>
          <p:grpSpPr>
            <a:xfrm>
              <a:off x="3256472" y="2720483"/>
              <a:ext cx="1451172" cy="1875417"/>
              <a:chOff x="3256472" y="2720483"/>
              <a:chExt cx="1451172" cy="1875417"/>
            </a:xfrm>
          </p:grpSpPr>
          <p:pic>
            <p:nvPicPr>
              <p:cNvPr id="6" name="Image 5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72639" y="2720483"/>
                <a:ext cx="618838" cy="640972"/>
              </a:xfrm>
              <a:prstGeom prst="rect">
                <a:avLst/>
              </a:prstGeom>
            </p:spPr>
          </p:pic>
          <p:pic>
            <p:nvPicPr>
              <p:cNvPr id="7" name="Image 6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1408" b="100000" l="9296" r="75493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56472" y="3387539"/>
                <a:ext cx="1451172" cy="580468"/>
              </a:xfrm>
              <a:prstGeom prst="rect">
                <a:avLst/>
              </a:prstGeom>
            </p:spPr>
          </p:pic>
          <p:pic>
            <p:nvPicPr>
              <p:cNvPr id="8" name="Image 7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4000" b="100000" l="889" r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94280" y="4020344"/>
                <a:ext cx="575556" cy="57555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574730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99154" y="-254318"/>
            <a:ext cx="9905998" cy="1478570"/>
          </a:xfrm>
        </p:spPr>
        <p:txBody>
          <a:bodyPr>
            <a:normAutofit/>
          </a:bodyPr>
          <a:lstStyle/>
          <a:p>
            <a:r>
              <a:rPr lang="fr-FR" sz="4400" b="1" dirty="0" smtClean="0">
                <a:solidFill>
                  <a:schemeClr val="bg1"/>
                </a:solidFill>
              </a:rPr>
              <a:t>Microsoft Teams</a:t>
            </a: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Chat, voice, and video meetings</a:t>
            </a:r>
          </a:p>
          <a:p>
            <a:r>
              <a:rPr lang="en-US" dirty="0">
                <a:solidFill>
                  <a:schemeClr val="bg1"/>
                </a:solidFill>
              </a:rPr>
              <a:t>File sharing</a:t>
            </a:r>
          </a:p>
          <a:p>
            <a:r>
              <a:rPr lang="en-US" dirty="0">
                <a:solidFill>
                  <a:schemeClr val="bg1"/>
                </a:solidFill>
              </a:rPr>
              <a:t>Integration with Office tools</a:t>
            </a:r>
          </a:p>
          <a:p>
            <a:r>
              <a:rPr lang="en-US" dirty="0">
                <a:solidFill>
                  <a:schemeClr val="bg1"/>
                </a:solidFill>
              </a:rPr>
              <a:t>Organized teamwork</a:t>
            </a:r>
            <a:endParaRPr lang="fr-FR" dirty="0">
              <a:solidFill>
                <a:schemeClr val="bg1"/>
              </a:solidFill>
            </a:endParaRPr>
          </a:p>
        </p:txBody>
      </p:sp>
      <p:grpSp>
        <p:nvGrpSpPr>
          <p:cNvPr id="6" name="Groupe 5"/>
          <p:cNvGrpSpPr/>
          <p:nvPr/>
        </p:nvGrpSpPr>
        <p:grpSpPr>
          <a:xfrm>
            <a:off x="6232958" y="293364"/>
            <a:ext cx="5113043" cy="4579822"/>
            <a:chOff x="6232958" y="293364"/>
            <a:chExt cx="5113043" cy="4579822"/>
          </a:xfrm>
        </p:grpSpPr>
        <p:pic>
          <p:nvPicPr>
            <p:cNvPr id="4" name="Image 3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10000" r="9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78334" y="293364"/>
              <a:ext cx="2107623" cy="1180269"/>
            </a:xfrm>
            <a:prstGeom prst="rect">
              <a:avLst/>
            </a:prstGeom>
          </p:spPr>
        </p:pic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2958" y="2021315"/>
              <a:ext cx="5113043" cy="2851871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9760932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76941" y="-295882"/>
            <a:ext cx="9905998" cy="1478570"/>
          </a:xfrm>
        </p:spPr>
        <p:txBody>
          <a:bodyPr>
            <a:normAutofit/>
          </a:bodyPr>
          <a:lstStyle/>
          <a:p>
            <a:r>
              <a:rPr lang="fr-FR" sz="4400" b="1" dirty="0">
                <a:solidFill>
                  <a:schemeClr val="bg1"/>
                </a:solidFill>
              </a:rPr>
              <a:t>Git &amp; GitHub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Version control systems</a:t>
            </a:r>
          </a:p>
          <a:p>
            <a:r>
              <a:rPr lang="en-US" sz="2800" b="1" u="sng" dirty="0">
                <a:solidFill>
                  <a:schemeClr val="bg1"/>
                </a:solidFill>
              </a:rPr>
              <a:t>Git: </a:t>
            </a:r>
            <a:r>
              <a:rPr lang="en-US" dirty="0">
                <a:solidFill>
                  <a:schemeClr val="bg1"/>
                </a:solidFill>
              </a:rPr>
              <a:t>track changes and versions</a:t>
            </a:r>
          </a:p>
          <a:p>
            <a:r>
              <a:rPr lang="en-US" sz="2800" b="1" u="sng" dirty="0">
                <a:solidFill>
                  <a:schemeClr val="bg1"/>
                </a:solidFill>
              </a:rPr>
              <a:t>GitHub: </a:t>
            </a:r>
            <a:r>
              <a:rPr lang="en-US" dirty="0">
                <a:solidFill>
                  <a:schemeClr val="bg1"/>
                </a:solidFill>
              </a:rPr>
              <a:t>code hosting and collaboration</a:t>
            </a:r>
          </a:p>
          <a:p>
            <a:r>
              <a:rPr lang="en-US" dirty="0">
                <a:solidFill>
                  <a:schemeClr val="bg1"/>
                </a:solidFill>
              </a:rPr>
              <a:t>Used for teamwork and projects</a:t>
            </a:r>
            <a:endParaRPr lang="fr-FR" dirty="0">
              <a:solidFill>
                <a:schemeClr val="bg1"/>
              </a:solidFill>
            </a:endParaRPr>
          </a:p>
        </p:txBody>
      </p:sp>
      <p:grpSp>
        <p:nvGrpSpPr>
          <p:cNvPr id="10" name="Groupe 9"/>
          <p:cNvGrpSpPr/>
          <p:nvPr/>
        </p:nvGrpSpPr>
        <p:grpSpPr>
          <a:xfrm>
            <a:off x="8605548" y="1182688"/>
            <a:ext cx="2857500" cy="4043170"/>
            <a:chOff x="8550130" y="1182688"/>
            <a:chExt cx="2857500" cy="4043170"/>
          </a:xfrm>
        </p:grpSpPr>
        <p:grpSp>
          <p:nvGrpSpPr>
            <p:cNvPr id="8" name="Groupe 7"/>
            <p:cNvGrpSpPr/>
            <p:nvPr/>
          </p:nvGrpSpPr>
          <p:grpSpPr>
            <a:xfrm>
              <a:off x="8550130" y="3625658"/>
              <a:ext cx="2857500" cy="1600200"/>
              <a:chOff x="8968076" y="3196168"/>
              <a:chExt cx="2857500" cy="1600200"/>
            </a:xfrm>
          </p:grpSpPr>
          <p:pic>
            <p:nvPicPr>
              <p:cNvPr id="5" name="Image 4"/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0" b="10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68076" y="3196168"/>
                <a:ext cx="2857500" cy="1600200"/>
              </a:xfrm>
              <a:prstGeom prst="rect">
                <a:avLst/>
              </a:prstGeom>
            </p:spPr>
          </p:pic>
          <p:sp>
            <p:nvSpPr>
              <p:cNvPr id="7" name="ZoneTexte 6"/>
              <p:cNvSpPr txBox="1"/>
              <p:nvPr/>
            </p:nvSpPr>
            <p:spPr>
              <a:xfrm>
                <a:off x="9658350" y="4166225"/>
                <a:ext cx="19534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3200" b="1" dirty="0" smtClean="0">
                    <a:solidFill>
                      <a:schemeClr val="bg1"/>
                    </a:solidFill>
                  </a:rPr>
                  <a:t>GitHub</a:t>
                </a:r>
                <a:endParaRPr lang="fr-FR" sz="32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9" name="Image 8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732" b="100000" l="9455" r="8945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25803" y="1182688"/>
              <a:ext cx="2021608" cy="13452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885079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2358" y="-268173"/>
            <a:ext cx="9905998" cy="1478570"/>
          </a:xfrm>
        </p:spPr>
        <p:txBody>
          <a:bodyPr/>
          <a:lstStyle/>
          <a:p>
            <a:r>
              <a:rPr lang="fr-FR" dirty="0"/>
              <a:t> </a:t>
            </a:r>
            <a:r>
              <a:rPr lang="fr-FR" sz="4400" b="1" dirty="0">
                <a:solidFill>
                  <a:schemeClr val="bg1"/>
                </a:solidFill>
              </a:rPr>
              <a:t>LaTeX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u="sng" dirty="0">
                <a:solidFill>
                  <a:schemeClr val="bg1"/>
                </a:solidFill>
              </a:rPr>
              <a:t>LaTeX: </a:t>
            </a:r>
            <a:r>
              <a:rPr lang="en-US" dirty="0">
                <a:solidFill>
                  <a:schemeClr val="bg1"/>
                </a:solidFill>
              </a:rPr>
              <a:t>academic document preparation </a:t>
            </a:r>
            <a:r>
              <a:rPr lang="en-US" dirty="0" smtClean="0">
                <a:solidFill>
                  <a:schemeClr val="bg1"/>
                </a:solidFill>
              </a:rPr>
              <a:t>system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High-quality PDF output</a:t>
            </a:r>
          </a:p>
          <a:p>
            <a:r>
              <a:rPr lang="en-US" sz="2800" b="1" u="sng" dirty="0">
                <a:solidFill>
                  <a:schemeClr val="bg1"/>
                </a:solidFill>
              </a:rPr>
              <a:t>Overleaf: </a:t>
            </a:r>
            <a:r>
              <a:rPr lang="en-US" dirty="0">
                <a:solidFill>
                  <a:schemeClr val="bg1"/>
                </a:solidFill>
              </a:rPr>
              <a:t>online collaborative LaTeX editor</a:t>
            </a:r>
            <a:endParaRPr lang="fr-FR" dirty="0">
              <a:solidFill>
                <a:schemeClr val="bg1"/>
              </a:solidFill>
            </a:endParaRPr>
          </a:p>
        </p:txBody>
      </p:sp>
      <p:grpSp>
        <p:nvGrpSpPr>
          <p:cNvPr id="7" name="Groupe 6"/>
          <p:cNvGrpSpPr/>
          <p:nvPr/>
        </p:nvGrpSpPr>
        <p:grpSpPr>
          <a:xfrm>
            <a:off x="7592291" y="471112"/>
            <a:ext cx="4308763" cy="4093033"/>
            <a:chOff x="7592291" y="471112"/>
            <a:chExt cx="4308763" cy="4093033"/>
          </a:xfrm>
        </p:grpSpPr>
        <p:pic>
          <p:nvPicPr>
            <p:cNvPr id="4" name="Image 3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2500" b="100000" l="0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02006" y="471112"/>
              <a:ext cx="911659" cy="1041896"/>
            </a:xfrm>
            <a:prstGeom prst="rect">
              <a:avLst/>
            </a:prstGeom>
          </p:spPr>
        </p:pic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2291" y="2441261"/>
              <a:ext cx="4308763" cy="21228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62975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-282027"/>
            <a:ext cx="9905998" cy="1478570"/>
          </a:xfrm>
        </p:spPr>
        <p:txBody>
          <a:bodyPr/>
          <a:lstStyle/>
          <a:p>
            <a:r>
              <a:rPr lang="fr-FR" dirty="0"/>
              <a:t> </a:t>
            </a:r>
            <a:r>
              <a:rPr lang="fr-FR" sz="4400" b="1" dirty="0">
                <a:solidFill>
                  <a:schemeClr val="bg1"/>
                </a:solidFill>
              </a:rPr>
              <a:t>Advantages of TIC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Fast communication</a:t>
            </a:r>
          </a:p>
          <a:p>
            <a:r>
              <a:rPr lang="en-US" dirty="0">
                <a:solidFill>
                  <a:schemeClr val="bg1"/>
                </a:solidFill>
              </a:rPr>
              <a:t>Easy access to information</a:t>
            </a:r>
          </a:p>
          <a:p>
            <a:r>
              <a:rPr lang="en-US" dirty="0">
                <a:solidFill>
                  <a:schemeClr val="bg1"/>
                </a:solidFill>
              </a:rPr>
              <a:t>Better collaboration</a:t>
            </a:r>
          </a:p>
          <a:p>
            <a:r>
              <a:rPr lang="en-US" dirty="0">
                <a:solidFill>
                  <a:schemeClr val="bg1"/>
                </a:solidFill>
              </a:rPr>
              <a:t>Increased productivity</a:t>
            </a:r>
          </a:p>
          <a:p>
            <a:r>
              <a:rPr lang="en-US" dirty="0">
                <a:solidFill>
                  <a:schemeClr val="bg1"/>
                </a:solidFill>
              </a:rPr>
              <a:t>Data storage and sharing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2657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63086" y="-295882"/>
            <a:ext cx="9905998" cy="1478570"/>
          </a:xfrm>
        </p:spPr>
        <p:txBody>
          <a:bodyPr>
            <a:normAutofit/>
          </a:bodyPr>
          <a:lstStyle/>
          <a:p>
            <a:r>
              <a:rPr lang="fr-FR" sz="4400" b="1" dirty="0">
                <a:solidFill>
                  <a:schemeClr val="bg1"/>
                </a:solidFill>
              </a:rPr>
              <a:t>Disadvantages of TIC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Cybersecurity and privacy issues</a:t>
            </a:r>
          </a:p>
          <a:p>
            <a:r>
              <a:rPr lang="en-US" dirty="0">
                <a:solidFill>
                  <a:schemeClr val="bg1"/>
                </a:solidFill>
              </a:rPr>
              <a:t>High cost of technology</a:t>
            </a:r>
          </a:p>
          <a:p>
            <a:r>
              <a:rPr lang="en-US" dirty="0">
                <a:solidFill>
                  <a:schemeClr val="bg1"/>
                </a:solidFill>
              </a:rPr>
              <a:t>Technical problems</a:t>
            </a:r>
          </a:p>
          <a:p>
            <a:r>
              <a:rPr lang="en-US" dirty="0">
                <a:solidFill>
                  <a:schemeClr val="bg1"/>
                </a:solidFill>
              </a:rPr>
              <a:t>Health </a:t>
            </a:r>
            <a:r>
              <a:rPr lang="en-US" dirty="0" smtClean="0">
                <a:solidFill>
                  <a:schemeClr val="bg1"/>
                </a:solidFill>
              </a:rPr>
              <a:t>issues</a:t>
            </a:r>
          </a:p>
          <a:p>
            <a:r>
              <a:rPr lang="fr-FR" dirty="0">
                <a:solidFill>
                  <a:schemeClr val="bg1"/>
                </a:solidFill>
              </a:rPr>
              <a:t>Dependence on technology</a:t>
            </a:r>
          </a:p>
        </p:txBody>
      </p:sp>
    </p:spTree>
    <p:extLst>
      <p:ext uri="{BB962C8B-B14F-4D97-AF65-F5344CB8AC3E}">
        <p14:creationId xmlns:p14="http://schemas.microsoft.com/office/powerpoint/2010/main" val="25106515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-268173"/>
            <a:ext cx="9905998" cy="1478570"/>
          </a:xfrm>
        </p:spPr>
        <p:txBody>
          <a:bodyPr/>
          <a:lstStyle/>
          <a:p>
            <a:r>
              <a:rPr lang="fr-FR" dirty="0"/>
              <a:t> </a:t>
            </a:r>
            <a:r>
              <a:rPr lang="fr-FR" sz="44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TIC transformed education and work</a:t>
            </a:r>
          </a:p>
          <a:p>
            <a:r>
              <a:rPr lang="en-US" dirty="0">
                <a:solidFill>
                  <a:schemeClr val="bg1"/>
                </a:solidFill>
              </a:rPr>
              <a:t>Tools like Google, Microsoft, GitHub, LaTeX are essential</a:t>
            </a:r>
          </a:p>
          <a:p>
            <a:r>
              <a:rPr lang="en-US" dirty="0">
                <a:solidFill>
                  <a:schemeClr val="bg1"/>
                </a:solidFill>
              </a:rPr>
              <a:t>Improve efficiency and collaboration</a:t>
            </a:r>
          </a:p>
          <a:p>
            <a:r>
              <a:rPr lang="en-US" dirty="0">
                <a:solidFill>
                  <a:schemeClr val="bg1"/>
                </a:solidFill>
              </a:rPr>
              <a:t>Must be used responsibly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4309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226</TotalTime>
  <Words>261</Words>
  <Application>Microsoft Office PowerPoint</Application>
  <PresentationFormat>Grand écran</PresentationFormat>
  <Paragraphs>86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Trebuchet MS</vt:lpstr>
      <vt:lpstr>Tw Cen MT</vt:lpstr>
      <vt:lpstr>Wingdings</vt:lpstr>
      <vt:lpstr>Circuit</vt:lpstr>
      <vt:lpstr>Présentation PowerPoint</vt:lpstr>
      <vt:lpstr>Présentation PowerPoint</vt:lpstr>
      <vt:lpstr>Présentation PowerPoint</vt:lpstr>
      <vt:lpstr> Google Services</vt:lpstr>
      <vt:lpstr>Microsoft Tools</vt:lpstr>
      <vt:lpstr>Microsoft Teams</vt:lpstr>
      <vt:lpstr>Git &amp; GitHub</vt:lpstr>
      <vt:lpstr> LaTeX</vt:lpstr>
      <vt:lpstr> Advantages of TIC</vt:lpstr>
      <vt:lpstr>Disadvantages of TIC</vt:lpstr>
      <vt:lpstr>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Lenovo</dc:creator>
  <cp:lastModifiedBy>Lenovo</cp:lastModifiedBy>
  <cp:revision>26</cp:revision>
  <dcterms:created xsi:type="dcterms:W3CDTF">2025-12-25T07:57:11Z</dcterms:created>
  <dcterms:modified xsi:type="dcterms:W3CDTF">2025-12-25T23:34:37Z</dcterms:modified>
</cp:coreProperties>
</file>